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63c17c14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63c17c14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63c17c14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63c17c14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63c17c14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63c17c14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63c17c14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63c17c14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63c17c14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63c17c14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63c17c14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63c17c14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63c17c14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63c17c14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63c17c14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63c17c14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2026-04-15 0031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66"/>
            <a:ext cx="9144001" cy="5113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Screenshot 2026-04-15 0031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15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Screenshot 2026-04-15 0031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14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Screenshot 2026-04-14 231255.png"/>
          <p:cNvPicPr preferRelativeResize="0"/>
          <p:nvPr/>
        </p:nvPicPr>
        <p:blipFill rotWithShape="1">
          <a:blip r:embed="rId3">
            <a:alphaModFix/>
          </a:blip>
          <a:srcRect b="4991" l="2882" r="2920" t="4265"/>
          <a:stretch/>
        </p:blipFill>
        <p:spPr>
          <a:xfrm>
            <a:off x="0" y="-99925"/>
            <a:ext cx="9047151" cy="524342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/>
          <p:nvPr/>
        </p:nvSpPr>
        <p:spPr>
          <a:xfrm>
            <a:off x="145925" y="3854900"/>
            <a:ext cx="5553000" cy="63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5896200" y="232600"/>
            <a:ext cx="3136500" cy="51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608350" y="290500"/>
            <a:ext cx="239100" cy="39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Screenshot 2026-04-14 231309.png"/>
          <p:cNvPicPr preferRelativeResize="0"/>
          <p:nvPr/>
        </p:nvPicPr>
        <p:blipFill rotWithShape="1">
          <a:blip r:embed="rId3">
            <a:alphaModFix/>
          </a:blip>
          <a:srcRect b="4161" l="3550" r="2791" t="3978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/>
          <p:nvPr/>
        </p:nvSpPr>
        <p:spPr>
          <a:xfrm>
            <a:off x="133125" y="4366450"/>
            <a:ext cx="8813100" cy="77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5896200" y="232600"/>
            <a:ext cx="3136500" cy="51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590025" y="290500"/>
            <a:ext cx="239100" cy="39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Screenshot 2026-04-14 231326.png"/>
          <p:cNvPicPr preferRelativeResize="0"/>
          <p:nvPr/>
        </p:nvPicPr>
        <p:blipFill rotWithShape="1">
          <a:blip r:embed="rId3">
            <a:alphaModFix/>
          </a:blip>
          <a:srcRect b="5179" l="3439" r="3121" t="4127"/>
          <a:stretch/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/>
          <p:nvPr/>
        </p:nvSpPr>
        <p:spPr>
          <a:xfrm>
            <a:off x="219600" y="4387825"/>
            <a:ext cx="8813100" cy="59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5896200" y="232600"/>
            <a:ext cx="3136500" cy="51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/>
          <p:nvPr/>
        </p:nvSpPr>
        <p:spPr>
          <a:xfrm>
            <a:off x="699925" y="290500"/>
            <a:ext cx="330900" cy="39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Screenshot 2026-04-15 0029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Screenshot 2026-04-15 0029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160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 title="Screenshot 2026-04-15 0029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2524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